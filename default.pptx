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0"/>
            <a:ext cx="82296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474720"/>
            <a:ext cx="8229600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F37"/>
                </a:solidFill>
                <a:latin typeface="华文行楷" pitchFamily="34" charset="0"/>
                <a:ea typeface="华文行楷" pitchFamily="34" charset="-122"/>
                <a:cs typeface="华文行楷" pitchFamily="34" charset="-120"/>
              </a:rPr>
              <a:t>红 楼 梦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8DC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中国古典四大名著之首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8DC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曹雪芹 著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作品简介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《红楼梦》又名《石头记》，是中国古典小说的巅峰之作。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全书以贾宝玉、林黛玉、薛宝钗的爱情婚姻悲剧为主线，以贾、史、王、薛四大家族的兴衰为背景，揭示了封建社会末期的种种黑暗和腐朽。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小说塑造了贾宝玉、林黛玉等众多典型人物形象，以其丰富的思想内涵和精湛的艺术成就，被誉为'中国封建社会的百科全书'。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主要人物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贾宝玉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03120" y="1234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荣国府衔玉而生的公子，叛逆不羁，厌恶功名，与黛玉情深意笃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945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林黛玉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21945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贾母外孙女，才情绝世，多愁善感，与宝玉有木石前盟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546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薛宝钗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31546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薛家千金，端庄大方，博学多才，与宝玉有金玉良缘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1148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王熙凤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41148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贾琏之妻，精明强干，泼辣狠毒，掌管荣国府大权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经典诗词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《葬花吟》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花谢花飞花满天，红消香断有谁怜？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游丝软系飘春榭，落絮轻沾扑绣帘。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闺中女儿惜春暮，愁绪满怀无释处。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手把花锄出绣帘，忍踏落花来复去。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《好了歌》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世人都晓神仙好，惟有功名忘不了！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古今将相在何方？荒冢一堆草没没。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世人都晓神仙好，只有金银忘不了！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终朝只恨聚无多，及到多时眼闭了。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《咏菊》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无赖诗魔昏晓侵，绕篱欹石自沉音。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毫端蕴秀临霜写，口齿噙香对月吟。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《题帕三绝》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眼空蓄泪泪空垂，暗洒闲抛却为谁？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尺幅鲛绡劳解赠，叫人焉得不伤悲！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艺术成就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人物塑造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塑造了400多位栩栩如生的人物形象，开创了中国小说人物塑造的新纪元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语言艺术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语言精炼优美，诗词歌赋信手拈来，展现了极高的文学造诣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结构布局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草蛇灰线、伏脉千里的精巧结构，前后呼应，浑然一体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思想深度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1810"/>
                </a:solidFill>
                <a:latin typeface="华文宋体" pitchFamily="34" charset="0"/>
                <a:ea typeface="华文宋体" pitchFamily="34" charset="-122"/>
                <a:cs typeface="华文宋体" pitchFamily="34" charset="-120"/>
              </a:rPr>
              <a:t>深刻揭示封建社会的腐朽与必然衰亡，具有强烈的批判精神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F4F4F"/>
                </a:solidFill>
                <a:latin typeface="华文楷体" pitchFamily="34" charset="0"/>
                <a:ea typeface="华文楷体" pitchFamily="34" charset="-122"/>
                <a:cs typeface="华文楷体" pitchFamily="34" charset="-120"/>
              </a:rPr>
              <a:t>《红楼梦》是中国文学史上不朽的经典，影响深远，至今仍是红学研究的重要对象。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红楼梦</dc:title>
  <dc:subject>PptxGenJS Presentation</dc:subject>
  <dc:creator>AI Assistant</dc:creator>
  <cp:lastModifiedBy>AI Assistant</cp:lastModifiedBy>
  <cp:revision>1</cp:revision>
  <dcterms:created xsi:type="dcterms:W3CDTF">2026-04-13T02:16:06Z</dcterms:created>
  <dcterms:modified xsi:type="dcterms:W3CDTF">2026-04-13T02:16:06Z</dcterms:modified>
</cp:coreProperties>
</file>